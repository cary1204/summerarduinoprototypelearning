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CE336A-923D-50CC-50DA-785D0748FD04}" v="1851" dt="2025-06-30T18:37:47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dirty="0" err="1"/>
              <a:t>BuzzLock</a:t>
            </a:r>
            <a:r>
              <a:rPr lang="en-US" sz="7200" dirty="0"/>
              <a:t> 9000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7828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By </a:t>
            </a:r>
            <a:r>
              <a:rPr lang="en-US" dirty="0" err="1"/>
              <a:t>Kairui</a:t>
            </a:r>
            <a:r>
              <a:rPr lang="en-US" dirty="0"/>
              <a:t> Zhang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42090-5B4C-78D3-D9EF-F00E03605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08FDB-E4B7-9C44-F227-557253E34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input component to trigger the alarm.</a:t>
            </a:r>
            <a:endParaRPr lang="en-US" dirty="0"/>
          </a:p>
          <a:p>
            <a:endParaRPr lang="en-US" dirty="0"/>
          </a:p>
          <a:p>
            <a:r>
              <a:rPr lang="en-US">
                <a:ea typeface="+mn-lt"/>
                <a:cs typeface="+mn-lt"/>
              </a:rPr>
              <a:t>output component to alert people.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 The user can activate and deactivate (turn on and off) the device as needed.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2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7D987-CF62-DE73-6570-80D5A3779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80757-6C59-0E75-3233-9117D232F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Use a magnetic system, but I don’t have a </a:t>
            </a:r>
            <a:r>
              <a:rPr lang="en-US" err="1"/>
              <a:t>magnectic</a:t>
            </a:r>
            <a:r>
              <a:rPr lang="en-US" dirty="0"/>
              <a:t> detector , alternate idea : use ultrasonic sensor as a way to detect if a way to know if the door is opened or not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Use a Buzzer/Bell, since a buzzer is smaller I decided to use that.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Use a switch to turn the thing on/off, use a button and add t flip flop, or just code it to act as a switch</a:t>
            </a:r>
          </a:p>
        </p:txBody>
      </p:sp>
    </p:spTree>
    <p:extLst>
      <p:ext uri="{BB962C8B-B14F-4D97-AF65-F5344CB8AC3E}">
        <p14:creationId xmlns:p14="http://schemas.microsoft.com/office/powerpoint/2010/main" val="1049353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04A50-9347-E5F6-3416-9279AE4D8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D8776-23B0-FF24-2E9A-2038CE05D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Arduino powered lock</a:t>
            </a:r>
          </a:p>
          <a:p>
            <a:endParaRPr lang="en-US" dirty="0"/>
          </a:p>
          <a:p>
            <a:r>
              <a:rPr lang="en-US" dirty="0"/>
              <a:t>Lock using a servo</a:t>
            </a:r>
          </a:p>
          <a:p>
            <a:endParaRPr lang="en-US" dirty="0"/>
          </a:p>
          <a:p>
            <a:r>
              <a:rPr lang="en-US" dirty="0"/>
              <a:t>Alarm using buzzer</a:t>
            </a:r>
          </a:p>
          <a:p>
            <a:endParaRPr lang="en-US" dirty="0"/>
          </a:p>
          <a:p>
            <a:r>
              <a:rPr lang="en-US" dirty="0"/>
              <a:t>Using a </a:t>
            </a:r>
            <a:r>
              <a:rPr lang="en-US" dirty="0">
                <a:ea typeface="+mn-lt"/>
                <a:cs typeface="+mn-lt"/>
              </a:rPr>
              <a:t>infrared receiver and controller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454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2CEC6-A0FF-1FE2-956C-A2AE5321A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3175"/>
            <a:ext cx="10515600" cy="1325563"/>
          </a:xfrm>
        </p:spPr>
        <p:txBody>
          <a:bodyPr/>
          <a:lstStyle/>
          <a:p>
            <a:r>
              <a:rPr lang="en-US" dirty="0"/>
              <a:t>Video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75A80-9B51-044C-0CDA-39CD82D22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1050" y="882650"/>
            <a:ext cx="8867775" cy="2827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highlight>
                  <a:srgbClr val="FFFF00"/>
                </a:highlight>
              </a:rPr>
              <a:t>VOLUME WARNIG (BUZZER </a:t>
            </a:r>
            <a:r>
              <a:rPr lang="en-US" sz="2000" dirty="0">
                <a:highlight>
                  <a:srgbClr val="FFFF00"/>
                </a:highlight>
                <a:ea typeface="+mn-lt"/>
                <a:cs typeface="+mn-lt"/>
              </a:rPr>
              <a:t>HIGH FREQUENCY SOUND</a:t>
            </a:r>
            <a:r>
              <a:rPr lang="en-US" sz="2000" dirty="0">
                <a:highlight>
                  <a:srgbClr val="FFFF00"/>
                </a:highlight>
              </a:rPr>
              <a:t>)</a:t>
            </a:r>
          </a:p>
        </p:txBody>
      </p:sp>
      <p:pic>
        <p:nvPicPr>
          <p:cNvPr id="4" name="buzzLock9000">
            <a:hlinkClick r:id="" action="ppaction://media"/>
            <a:extLst>
              <a:ext uri="{FF2B5EF4-FFF2-40B4-BE49-F238E27FC236}">
                <a16:creationId xmlns:a16="http://schemas.microsoft.com/office/drawing/2014/main" id="{641CC3FF-BBF3-AFE5-BF2A-31A2B643279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98575" y="1257300"/>
            <a:ext cx="970915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6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C45A4-C650-8218-D362-91233248C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showcase/</a:t>
            </a:r>
            <a:r>
              <a:rPr lang="en-US" dirty="0">
                <a:ea typeface="+mj-lt"/>
                <a:cs typeface="+mj-lt"/>
              </a:rPr>
              <a:t>explanation</a:t>
            </a:r>
            <a:endParaRPr lang="en-US" dirty="0" err="1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F1F7DA2-32AF-171F-E1D4-7C36C59BD4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3051" y="1597026"/>
            <a:ext cx="5073927" cy="48629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EB60ED-CDA2-3F01-25A0-E06E11054528}"/>
              </a:ext>
            </a:extLst>
          </p:cNvPr>
          <p:cNvSpPr txBox="1"/>
          <p:nvPr/>
        </p:nvSpPr>
        <p:spPr>
          <a:xfrm>
            <a:off x="5921829" y="3069771"/>
            <a:ext cx="57149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ea typeface="+mn-lt"/>
                <a:cs typeface="+mn-lt"/>
              </a:rPr>
              <a:t>Declare </a:t>
            </a:r>
            <a:r>
              <a:rPr lang="en-US" sz="2800" dirty="0"/>
              <a:t>variable, pins and status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253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CBA4E-2D49-DB9C-44F0-E264EC8FF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AA60CB-00A2-E363-0BEF-8FCE2C972063}"/>
              </a:ext>
            </a:extLst>
          </p:cNvPr>
          <p:cNvSpPr txBox="1"/>
          <p:nvPr/>
        </p:nvSpPr>
        <p:spPr>
          <a:xfrm>
            <a:off x="5355771" y="1454603"/>
            <a:ext cx="4572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Setup pin modes and set default status, when first run I set it to unarmed and unlocked</a:t>
            </a:r>
          </a:p>
        </p:txBody>
      </p:sp>
      <p:pic>
        <p:nvPicPr>
          <p:cNvPr id="9" name="Content Placeholder 8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1710E22-2EAF-BAF7-2123-D20F897EC0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330" y="345168"/>
            <a:ext cx="3804854" cy="61801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0A9F5A-B7CA-43A0-AD63-C0AC0DCF3D2F}"/>
              </a:ext>
            </a:extLst>
          </p:cNvPr>
          <p:cNvSpPr txBox="1"/>
          <p:nvPr/>
        </p:nvSpPr>
        <p:spPr>
          <a:xfrm>
            <a:off x="5225143" y="4626428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Debug ultrasonic senor, and some functions you see in next couple pages</a:t>
            </a:r>
          </a:p>
        </p:txBody>
      </p:sp>
    </p:spTree>
    <p:extLst>
      <p:ext uri="{BB962C8B-B14F-4D97-AF65-F5344CB8AC3E}">
        <p14:creationId xmlns:p14="http://schemas.microsoft.com/office/powerpoint/2010/main" val="1190335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7A62-6B08-F354-874C-A579FB327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478A389-008A-E40F-3207-9363FC8A4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273" y="25400"/>
            <a:ext cx="5822978" cy="66659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E7C3CB-E4A0-C1A1-927C-2CB6BB5B917C}"/>
              </a:ext>
            </a:extLst>
          </p:cNvPr>
          <p:cNvSpPr txBox="1"/>
          <p:nvPr/>
        </p:nvSpPr>
        <p:spPr>
          <a:xfrm>
            <a:off x="6305550" y="444953"/>
            <a:ext cx="441007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Check if button is pressed, decided to compare to last status and use a delay, because when I just did == HIGH, there was some glitches and the LED was flicking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F1D70-A211-B641-0C9F-4B135C067E43}"/>
              </a:ext>
            </a:extLst>
          </p:cNvPr>
          <p:cNvSpPr txBox="1"/>
          <p:nvPr/>
        </p:nvSpPr>
        <p:spPr>
          <a:xfrm>
            <a:off x="6603546" y="4189639"/>
            <a:ext cx="421957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infrared stuff, detects signals, send signal to open/close door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509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9A169-6789-5E5B-A487-1FB560DB8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C8D8549-5D66-2B70-2AC2-7BD84908EB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995" y="-3175"/>
            <a:ext cx="4812953" cy="67788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D552A6-3AC7-EA5D-E9BB-1276A0B8C57B}"/>
              </a:ext>
            </a:extLst>
          </p:cNvPr>
          <p:cNvSpPr txBox="1"/>
          <p:nvPr/>
        </p:nvSpPr>
        <p:spPr>
          <a:xfrm>
            <a:off x="5637348" y="74023"/>
            <a:ext cx="527013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When door is locked and door got open, let it buzz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Added the else if because when it was not used sometimes to </a:t>
            </a:r>
            <a:r>
              <a:rPr lang="en-US" dirty="0">
                <a:ea typeface="+mn-lt"/>
                <a:cs typeface="+mn-lt"/>
              </a:rPr>
              <a:t>suddenly </a:t>
            </a:r>
            <a:r>
              <a:rPr lang="en-US" dirty="0"/>
              <a:t>stops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9BDA46-6966-5331-72AE-EA6E77D0CE7A}"/>
              </a:ext>
            </a:extLst>
          </p:cNvPr>
          <p:cNvSpPr txBox="1"/>
          <p:nvPr/>
        </p:nvSpPr>
        <p:spPr>
          <a:xfrm>
            <a:off x="4702628" y="3629297"/>
            <a:ext cx="6649719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Too late to realize there is a library for the ultra sonic sensor, </a:t>
            </a:r>
          </a:p>
          <a:p>
            <a:r>
              <a:rPr lang="en-US" dirty="0"/>
              <a:t>But </a:t>
            </a:r>
            <a:r>
              <a:rPr lang="en-US" dirty="0" err="1"/>
              <a:t>heres</a:t>
            </a:r>
            <a:r>
              <a:rPr lang="en-US" dirty="0"/>
              <a:t> an </a:t>
            </a:r>
            <a:r>
              <a:rPr lang="en-US" dirty="0" err="1"/>
              <a:t>explaination</a:t>
            </a:r>
            <a:r>
              <a:rPr lang="en-US" dirty="0"/>
              <a:t> of on how I know the distance</a:t>
            </a:r>
            <a:br>
              <a:rPr lang="en-US" dirty="0"/>
            </a:br>
            <a:r>
              <a:rPr lang="en-US" dirty="0">
                <a:ea typeface="+mn-lt"/>
                <a:cs typeface="+mn-lt"/>
              </a:rPr>
              <a:t>Speed of sound = 343 meters/second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               = 0.0343 cm/microsecond</a:t>
            </a:r>
          </a:p>
          <a:p>
            <a:r>
              <a:rPr lang="en-US" dirty="0"/>
              <a:t>Because the echo thing give microseconds,</a:t>
            </a:r>
          </a:p>
          <a:p>
            <a:r>
              <a:rPr lang="en-US" dirty="0"/>
              <a:t>And the </a:t>
            </a:r>
            <a:r>
              <a:rPr lang="en-US" dirty="0" err="1"/>
              <a:t>devided</a:t>
            </a:r>
            <a:r>
              <a:rPr lang="en-US" dirty="0"/>
              <a:t> by 2 is because it go to object and go back, so double the time</a:t>
            </a:r>
          </a:p>
        </p:txBody>
      </p:sp>
    </p:spTree>
    <p:extLst>
      <p:ext uri="{BB962C8B-B14F-4D97-AF65-F5344CB8AC3E}">
        <p14:creationId xmlns:p14="http://schemas.microsoft.com/office/powerpoint/2010/main" val="4154220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B9A50-148F-85D2-1616-1950965E1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E620CAA-A741-02F3-5469-E332A22CE9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2962" y="1696244"/>
            <a:ext cx="6858000" cy="38671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A282EF-FD6D-E630-5654-2CC64C048781}"/>
              </a:ext>
            </a:extLst>
          </p:cNvPr>
          <p:cNvSpPr txBox="1"/>
          <p:nvPr/>
        </p:nvSpPr>
        <p:spPr>
          <a:xfrm>
            <a:off x="7075714" y="2075089"/>
            <a:ext cx="27432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Arm check LED indicate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Buzz twice</a:t>
            </a:r>
          </a:p>
        </p:txBody>
      </p:sp>
    </p:spTree>
    <p:extLst>
      <p:ext uri="{BB962C8B-B14F-4D97-AF65-F5344CB8AC3E}">
        <p14:creationId xmlns:p14="http://schemas.microsoft.com/office/powerpoint/2010/main" val="283736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45A5B-60A5-C364-9DFA-28D6D3E2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 A schematic of my Prototype using Fritzing</a:t>
            </a:r>
            <a:endParaRPr lang="en-US" dirty="0"/>
          </a:p>
          <a:p>
            <a:endParaRPr lang="en-US" dirty="0"/>
          </a:p>
        </p:txBody>
      </p:sp>
      <p:pic>
        <p:nvPicPr>
          <p:cNvPr id="4" name="Content Placeholder 3" descr="A circuit board with wires and a small black box&#10;&#10;AI-generated content may be incorrect.">
            <a:extLst>
              <a:ext uri="{FF2B5EF4-FFF2-40B4-BE49-F238E27FC236}">
                <a16:creationId xmlns:a16="http://schemas.microsoft.com/office/drawing/2014/main" id="{AEC79DC4-C112-29BE-9DB5-0E5A535CAF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3574" y="1281340"/>
            <a:ext cx="10112453" cy="47432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1A0698-9D3E-FF69-9738-5387CC287D9D}"/>
              </a:ext>
            </a:extLst>
          </p:cNvPr>
          <p:cNvSpPr txBox="1"/>
          <p:nvPr/>
        </p:nvSpPr>
        <p:spPr>
          <a:xfrm>
            <a:off x="968828" y="6324600"/>
            <a:ext cx="63137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It ended up being </a:t>
            </a:r>
            <a:r>
              <a:rPr lang="en-US" dirty="0" err="1"/>
              <a:t>waaayyy</a:t>
            </a:r>
            <a:r>
              <a:rPr lang="en-US" dirty="0"/>
              <a:t> more messier than the schematic</a:t>
            </a:r>
          </a:p>
        </p:txBody>
      </p:sp>
    </p:spTree>
    <p:extLst>
      <p:ext uri="{BB962C8B-B14F-4D97-AF65-F5344CB8AC3E}">
        <p14:creationId xmlns:p14="http://schemas.microsoft.com/office/powerpoint/2010/main" val="2191214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AC630-836D-1558-AD29-C29699C54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4563"/>
          </a:xfrm>
        </p:spPr>
        <p:txBody>
          <a:bodyPr/>
          <a:lstStyle/>
          <a:p>
            <a:r>
              <a:rPr lang="en-US" dirty="0"/>
              <a:t>Cost &amp; 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555E9-FBD5-8988-D4BF-069EC0859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283"/>
            <a:ext cx="3842658" cy="469968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If being bulk</a:t>
            </a:r>
          </a:p>
          <a:p>
            <a:r>
              <a:rPr lang="en-US" sz="1800" dirty="0">
                <a:ea typeface="+mn-lt"/>
                <a:cs typeface="+mn-lt"/>
              </a:rPr>
              <a:t>Microcontroller $2–3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Ultrasonic sensor $1–1.50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IR receiver module    $0.30–0.50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buzzer    $0.10–0.20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Servo  $2–5.00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LEDs, button, wiring &lt; $1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 Board(PCB)     $0.50–2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Case    $1.50–2</a:t>
            </a:r>
          </a:p>
          <a:p>
            <a:r>
              <a:rPr lang="en-US" sz="1800" dirty="0">
                <a:ea typeface="+mn-lt"/>
                <a:cs typeface="+mn-lt"/>
              </a:rPr>
              <a:t>Assembly    $1–2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Shipping $1- 5</a:t>
            </a:r>
          </a:p>
          <a:p>
            <a:r>
              <a:rPr lang="en-US" sz="1800" dirty="0">
                <a:ea typeface="+mn-lt"/>
                <a:cs typeface="+mn-lt"/>
              </a:rPr>
              <a:t>Profit $1 - 2</a:t>
            </a:r>
          </a:p>
          <a:p>
            <a:r>
              <a:rPr lang="en-US" sz="1800" dirty="0">
                <a:highlight>
                  <a:srgbClr val="FFFF00"/>
                </a:highlight>
              </a:rPr>
              <a:t>AVERGE : ~ $17.5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E1F2EC-8866-401D-F31B-4782AAFDD7A8}"/>
              </a:ext>
            </a:extLst>
          </p:cNvPr>
          <p:cNvSpPr txBox="1"/>
          <p:nvPr/>
        </p:nvSpPr>
        <p:spPr>
          <a:xfrm>
            <a:off x="6183086" y="2895599"/>
            <a:ext cx="535577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Since this is a safe lock mechanism it would be sound in hardware store, retail store </a:t>
            </a:r>
            <a:r>
              <a:rPr lang="en-US" dirty="0">
                <a:ea typeface="+mn-lt"/>
                <a:cs typeface="+mn-lt"/>
              </a:rPr>
              <a:t>electronic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944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9C15F-907F-42FD-EF73-F33214783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15" y="2389868"/>
            <a:ext cx="11419114" cy="1673905"/>
          </a:xfrm>
        </p:spPr>
        <p:txBody>
          <a:bodyPr>
            <a:normAutofit/>
          </a:bodyPr>
          <a:lstStyle/>
          <a:p>
            <a:r>
              <a:rPr lang="en-US" sz="60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87194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0F7B1-2EA9-F61C-3FA0-4A3D25191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714" y="2520496"/>
            <a:ext cx="10515600" cy="1325563"/>
          </a:xfrm>
        </p:spPr>
        <p:txBody>
          <a:bodyPr/>
          <a:lstStyle/>
          <a:p>
            <a:r>
              <a:rPr lang="en-US" dirty="0"/>
              <a:t>Thanks for listening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2887F-2965-AB93-00E4-DD5735938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03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BuzzLock 9000</vt:lpstr>
      <vt:lpstr>Problem</vt:lpstr>
      <vt:lpstr>Idea</vt:lpstr>
      <vt:lpstr>How it works</vt:lpstr>
      <vt:lpstr>Video Demo</vt:lpstr>
      <vt:lpstr>Code showcase/explanation</vt:lpstr>
      <vt:lpstr>PowerPoint Presentation</vt:lpstr>
      <vt:lpstr>PowerPoint Presentation</vt:lpstr>
      <vt:lpstr>PowerPoint Presentation</vt:lpstr>
      <vt:lpstr>PowerPoint Presentation</vt:lpstr>
      <vt:lpstr> A schematic of my Prototype using Fritzing </vt:lpstr>
      <vt:lpstr>Cost &amp; Location</vt:lpstr>
      <vt:lpstr>Questions?</vt:lpstr>
      <vt:lpstr>Thanks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256</cp:revision>
  <dcterms:created xsi:type="dcterms:W3CDTF">2025-06-30T17:48:41Z</dcterms:created>
  <dcterms:modified xsi:type="dcterms:W3CDTF">2025-06-30T18:39:38Z</dcterms:modified>
</cp:coreProperties>
</file>