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237D5A-6162-5040-F593-FDC3CE01676C}" v="431" dt="2025-07-02T16:24:03.9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MeowMeal2000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Kairui</a:t>
            </a:r>
            <a:r>
              <a:rPr lang="en-US" dirty="0"/>
              <a:t> Zhang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C99D7-0B57-55B2-1ED7-58CC62123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&amp;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C31B8-9DDB-78BD-95C0-6513547F6B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When people are not home they cant feed their pets</a:t>
            </a:r>
          </a:p>
          <a:p>
            <a:r>
              <a:rPr lang="en-US" dirty="0"/>
              <a:t>Pets get hungry and that is not good</a:t>
            </a:r>
          </a:p>
          <a:p>
            <a:endParaRPr lang="en-US" dirty="0"/>
          </a:p>
          <a:p>
            <a:r>
              <a:rPr lang="en-US" dirty="0"/>
              <a:t>Idea: automatic timed pet feeder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0053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660F4-DB00-A344-0AF6-3CB46FD0B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it works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8B658-7D22-C16B-6C69-41C7E44D9F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Servo rotation to make drop food to pets</a:t>
            </a:r>
          </a:p>
          <a:p>
            <a:endParaRPr lang="en-US" dirty="0"/>
          </a:p>
          <a:p>
            <a:r>
              <a:rPr lang="en-US" dirty="0"/>
              <a:t>Led screen count down for next feed</a:t>
            </a:r>
          </a:p>
          <a:p>
            <a:endParaRPr lang="en-US" dirty="0"/>
          </a:p>
          <a:p>
            <a:r>
              <a:rPr lang="en-US" dirty="0"/>
              <a:t>use a bottle as a food container</a:t>
            </a:r>
          </a:p>
        </p:txBody>
      </p:sp>
    </p:spTree>
    <p:extLst>
      <p:ext uri="{BB962C8B-B14F-4D97-AF65-F5344CB8AC3E}">
        <p14:creationId xmlns:p14="http://schemas.microsoft.com/office/powerpoint/2010/main" val="3588391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16AD5-4383-9C41-22C5-56D13EDAE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Video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1EA71-E73E-E4E0-555F-DDAB75C4BF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 </a:t>
            </a:r>
          </a:p>
        </p:txBody>
      </p:sp>
      <p:pic>
        <p:nvPicPr>
          <p:cNvPr id="4" name="meowMeal2000">
            <a:hlinkClick r:id="" action="ppaction://media"/>
            <a:extLst>
              <a:ext uri="{FF2B5EF4-FFF2-40B4-BE49-F238E27FC236}">
                <a16:creationId xmlns:a16="http://schemas.microsoft.com/office/drawing/2014/main" id="{99AF32B2-DFD4-36DF-03BE-748F83D6EB9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327525" y="0"/>
            <a:ext cx="3849688" cy="686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792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7D329-4C3F-FC41-3D55-DB36F7D42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circuit board with wires&#10;&#10;AI-generated content may be incorrect.">
            <a:extLst>
              <a:ext uri="{FF2B5EF4-FFF2-40B4-BE49-F238E27FC236}">
                <a16:creationId xmlns:a16="http://schemas.microsoft.com/office/drawing/2014/main" id="{2EB48B85-D427-6BAF-201D-306E341FAB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3" y="-505868"/>
            <a:ext cx="12551914" cy="7058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634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1458C-8CDC-58AB-6CDE-80B6AFD56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760D4934-B410-A5CE-D13E-E27E3A773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864" y="238054"/>
            <a:ext cx="7655256" cy="5938339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E529443-3900-2E12-D323-F81119CA1D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65961" y="1825625"/>
            <a:ext cx="4487839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Declare all </a:t>
            </a:r>
            <a:r>
              <a:rPr lang="en-US" dirty="0" err="1"/>
              <a:t>varibles</a:t>
            </a:r>
            <a:r>
              <a:rPr lang="en-US" dirty="0"/>
              <a:t> and set the times,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Millis for timer</a:t>
            </a:r>
          </a:p>
        </p:txBody>
      </p:sp>
    </p:spTree>
    <p:extLst>
      <p:ext uri="{BB962C8B-B14F-4D97-AF65-F5344CB8AC3E}">
        <p14:creationId xmlns:p14="http://schemas.microsoft.com/office/powerpoint/2010/main" val="3680659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8EC1D-753F-9A83-287F-74068A86C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85" y="365125"/>
            <a:ext cx="6313715" cy="5668962"/>
          </a:xfrm>
        </p:spPr>
        <p:txBody>
          <a:bodyPr>
            <a:normAutofit/>
          </a:bodyPr>
          <a:lstStyle/>
          <a:p>
            <a:r>
              <a:rPr lang="en-US" dirty="0"/>
              <a:t>Check timer if it reach desired time than rotate the bottle and drop the food</a:t>
            </a:r>
            <a:br>
              <a:rPr lang="en-US" dirty="0"/>
            </a:br>
            <a:br>
              <a:rPr lang="en-US" dirty="0"/>
            </a:br>
            <a:r>
              <a:rPr lang="en-US" dirty="0"/>
              <a:t>display the time on LCD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531E1F-D194-448B-F886-3E4E7379B3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931" y="131028"/>
            <a:ext cx="4586706" cy="6591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092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3C1F9-C5B6-0F95-C6D1-2D3297EEF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788A8-2F9A-C9DD-C568-160E58950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68575"/>
            <a:ext cx="10515600" cy="36083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$15 could be found in pet shop (ex. Petco)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5380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66543-2376-FD4D-3CB7-CD6999E37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5364" y="3128797"/>
            <a:ext cx="10515600" cy="1325563"/>
          </a:xfrm>
        </p:spPr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3DC21-04A4-23BF-7DC0-DB4CDF3D52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917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MeowMeal2000</vt:lpstr>
      <vt:lpstr>Problem &amp; Solution</vt:lpstr>
      <vt:lpstr>How it works </vt:lpstr>
      <vt:lpstr>Video demo</vt:lpstr>
      <vt:lpstr>PowerPoint Presentation</vt:lpstr>
      <vt:lpstr>PowerPoint Presentation</vt:lpstr>
      <vt:lpstr>Check timer if it reach desired time than rotate the bottle and drop the food  display the time on LCD </vt:lpstr>
      <vt:lpstr>Price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69</cp:revision>
  <dcterms:created xsi:type="dcterms:W3CDTF">2025-07-02T16:07:05Z</dcterms:created>
  <dcterms:modified xsi:type="dcterms:W3CDTF">2025-07-02T16:24:18Z</dcterms:modified>
</cp:coreProperties>
</file>